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Monthly Project Health — Executive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Portfolio view | Reporting date: 8 July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2 implementation projects assessed: 1 RED, 1 AMBER, 0 GREEN.</a:t>
            </a:r>
          </a:p>
          <a:p>
            <a:pPr>
              <a:spcAft>
                <a:spcPts val="1200"/>
              </a:spcAft>
              <a:defRPr sz="2200"/>
            </a:pPr>
            <a:r>
              <a:t>Portfolio signal: schedule execution is the dominant risk; budget visibility is insufficient for a complete commercial health view.</a:t>
            </a:r>
          </a:p>
          <a:p>
            <a:pPr>
              <a:spcAft>
                <a:spcPts val="1200"/>
              </a:spcAft>
              <a:defRPr sz="2200"/>
            </a:pPr>
            <a:r>
              <a:t>Management priority: stabilize delayed work, validate baselines, and close data gaps before the next client governance cycle.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Portfolio health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UniSan S2P — AMBER | score 38.4/100 | 42 overdue open tasks | 2 critical overdue.</a:t>
            </a:r>
          </a:p>
          <a:p>
            <a:pPr>
              <a:spcAft>
                <a:spcPts val="1200"/>
              </a:spcAft>
              <a:defRPr sz="2000"/>
            </a:pPr>
            <a:r>
              <a:t>Titan S2P — RED | score 41.5/100 | 121 severe variance tasks | 3 on hold.</a:t>
            </a:r>
          </a:p>
          <a:p>
            <a:pPr>
              <a:spcAft>
                <a:spcPts val="1200"/>
              </a:spcAft>
              <a:defRPr sz="2000"/>
            </a:pPr>
            <a:r>
              <a:t>Key divergence: Titan's source plan says Green, but the agent detects material variance and hold signals. This requires PM validation rather than automatic acceptance of the source color.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Trend 1 — Schedule pressure is systemic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Across both plans, 71 open tasks are past their planned end date.</a:t>
            </a:r>
          </a:p>
          <a:p>
            <a:pPr>
              <a:spcAft>
                <a:spcPts val="1200"/>
              </a:spcAft>
              <a:defRPr sz="2000"/>
            </a:pPr>
            <a:r>
              <a:t>UniSan has 2 critical overdue tasks, creating near-term milestone exposure.</a:t>
            </a:r>
          </a:p>
          <a:p>
            <a:pPr>
              <a:spcAft>
                <a:spcPts val="1200"/>
              </a:spcAft>
              <a:defRPr sz="2000"/>
            </a:pPr>
            <a:r>
              <a:t>Titan has 121 tasks with variance of at least 10 days, indicating broader baseline drift.</a:t>
            </a:r>
          </a:p>
          <a:p>
            <a:pPr>
              <a:spcAft>
                <a:spcPts val="1200"/>
              </a:spcAft>
              <a:defRPr sz="2000"/>
            </a:pPr>
            <a:r>
              <a:t>Executive implication: recovery should focus on critical path and milestone outcomes, not task-count closure alone.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Trend 2 — Emerging risks and weak signals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Titan comments contain 2 blocker/risk signals and show negative sentiment.</a:t>
            </a:r>
          </a:p>
          <a:p>
            <a:pPr>
              <a:spcAft>
                <a:spcPts val="1200"/>
              </a:spcAft>
              <a:defRPr sz="1900"/>
            </a:pPr>
            <a:r>
              <a:t>On-hold work and pending dependencies can convert schedule slippage into client-facing milestone misses if ownership is unclear.</a:t>
            </a:r>
          </a:p>
          <a:p>
            <a:pPr>
              <a:spcAft>
                <a:spcPts val="1200"/>
              </a:spcAft>
              <a:defRPr sz="1900"/>
            </a:pPr>
            <a:r>
              <a:t>Budget burn, forecast-at-completion, and structured stakeholder pulse are absent; commercial and relationship risk remain Unknown.</a:t>
            </a:r>
          </a:p>
          <a:p>
            <a:pPr>
              <a:spcAft>
                <a:spcPts val="1200"/>
              </a:spcAft>
              <a:defRPr sz="1900"/>
            </a:pPr>
            <a:r>
              <a:t>Data quality itself is a governance signal: missing indicators reduce confidence and can delay escalation.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Recommended actions — next 30 days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1. Launch a 10-business-day recovery plan for Red work: owner, dependency, committed date, and escalation path.</a:t>
            </a:r>
          </a:p>
          <a:p>
            <a:pPr>
              <a:spcAft>
                <a:spcPts val="1200"/>
              </a:spcAft>
              <a:defRPr sz="1900"/>
            </a:pPr>
            <a:r>
              <a:t>2. Review all critical overdue items weekly; escalate unresolved external dependencies after 7 days.</a:t>
            </a:r>
          </a:p>
          <a:p>
            <a:pPr>
              <a:spcAft>
                <a:spcPts val="1200"/>
              </a:spcAft>
              <a:defRPr sz="1900"/>
            </a:pPr>
            <a:r>
              <a:t>3. Validate current dates against the approved baseline; use formal change control for re-baselining.</a:t>
            </a:r>
          </a:p>
          <a:p>
            <a:pPr>
              <a:spcAft>
                <a:spcPts val="1200"/>
              </a:spcAft>
              <a:defRPr sz="1900"/>
            </a:pPr>
            <a:r>
              <a:t>4. Add weekly budget actuals/EAC and a simple stakeholder pulse (1–5) to the input template.</a:t>
            </a:r>
          </a:p>
          <a:p>
            <a:pPr>
              <a:spcAft>
                <a:spcPts val="1200"/>
              </a:spcAft>
              <a:defRPr sz="1900"/>
            </a:pPr>
            <a:r>
              <a:t>5. Require PM sign-off when the source-plan color disagrees with the agent's evidence-based status.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Decisions requested from leadership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Approve focused recovery governance for the Red project and critical overdue work.</a:t>
            </a:r>
          </a:p>
          <a:p>
            <a:pPr>
              <a:spcAft>
                <a:spcPts val="1200"/>
              </a:spcAft>
              <a:defRPr sz="2100"/>
            </a:pPr>
            <a:r>
              <a:t>Confirm a single portfolio RAG policy so PM-reported colors and automated evidence use the same thresholds.</a:t>
            </a:r>
          </a:p>
          <a:p>
            <a:pPr>
              <a:spcAft>
                <a:spcPts val="1200"/>
              </a:spcAft>
              <a:defRPr sz="2100"/>
            </a:pPr>
            <a:r>
              <a:t>Mandate minimum weekly data fields: baseline, forecast, actual progress, budget/EAC, blocker owner/age, stakeholder pulse.</a:t>
            </a:r>
          </a:p>
          <a:p>
            <a:pPr>
              <a:spcAft>
                <a:spcPts val="1200"/>
              </a:spcAft>
              <a:defRPr sz="2100"/>
            </a:pPr>
            <a:r>
              <a:t>Reassess in one week using the same agent to show movement, not just a new snapshot.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